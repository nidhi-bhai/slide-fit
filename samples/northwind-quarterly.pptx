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field briefing · prepared for regional leads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 this quarter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Qualified opportunities grew 18% against Q2</a:t>
            </a:r>
          </a:p>
          <a:p>
            <a:pPr/>
            <a:r>
              <a:t>Average deal size held at $42k</a:t>
            </a:r>
          </a:p>
          <a:p>
            <a:pPr/>
            <a:r>
              <a:t>Margins held after returns (net &gt; gross &amp; fees)</a:t>
            </a:r>
          </a:p>
          <a:p>
            <a:pPr/>
            <a:r>
              <a:t>Two enterprise renewals moved to verbal commit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West region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Seattle and Portland carried the quarter</a:t>
            </a:r>
          </a:p>
          <a:p>
            <a:pPr/>
            <a:r>
              <a:t>A new distributor covers Boise</a:t>
            </a:r>
          </a:p>
          <a:p>
            <a:pPr/>
            <a:r>
              <a:t>Inventory on the coast is tight through November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17320"/>
            <a:ext cx="39319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600" b="1"/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/>
                        <a:t>Q2 $m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/>
                        <a:t>Q3 $m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Specialty 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1.5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Field kits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0.9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Wholesale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2.4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0.7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Port delays on the October sailing</a:t>
            </a:r>
          </a:p>
          <a:p>
            <a:pPr/>
            <a:r>
              <a:t>One key account is in procurement review</a:t>
            </a:r>
          </a:p>
          <a:p>
            <a:pPr/>
            <a:r>
              <a:t>Hiring for the Denver route is still open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for Thursday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Approve the coastal safety stock</a:t>
            </a:r>
          </a:p>
          <a:p>
            <a:pPr/>
            <a:r>
              <a:t>Keep the wholesale price hold</a:t>
            </a:r>
          </a:p>
          <a:p>
            <a:pPr/>
            <a:r>
              <a:t>Name an owner for the Denver route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Quarterly Review</dc:title>
  <dc:subject/>
  <dc:creator>Northwind Field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