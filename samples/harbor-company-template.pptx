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Harbor Accent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</p:sp>
      <p:sp>
        <p:nvSpPr>
          <p:cNvPr id="901" name="Harbor Wordmark"/>
          <p:cNvSpPr txBox="1"/>
          <p:nvPr/>
        </p:nvSpPr>
        <p:spPr>
          <a:xfrm>
            <a:off x="10212000" y="6478000"/>
            <a:ext cx="1700000" cy="2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dirty="0">
                <a:solidFill>
                  <a:srgbClr val="0E7C7B"/>
                </a:solidFill>
                <a:latin typeface="Georgia"/>
              </a:rPr>
              <a:t>HARBOR &amp; CO.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Harbor &amp; Co.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Company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C2B2A"/>
      </a:dk1>
      <a:lt1>
        <a:srgbClr val="F7F3EA"/>
      </a:lt1>
      <a:dk2>
        <a:srgbClr val="163330"/>
      </a:dk2>
      <a:lt2>
        <a:srgbClr val="E4D7C5"/>
      </a:lt2>
      <a:accent1>
        <a:srgbClr val="0E7C7B"/>
      </a:accent1>
      <a:accent2>
        <a:srgbClr val="D46A3A"/>
      </a:accent2>
      <a:accent3>
        <a:srgbClr val="2F4858"/>
      </a:accent3>
      <a:accent4>
        <a:srgbClr val="E2B15A"/>
      </a:accent4>
      <a:accent5>
        <a:srgbClr val="8C4A3A"/>
      </a:accent5>
      <a:accent6>
        <a:srgbClr val="3D5A4C"/>
      </a:accent6>
      <a:hlink>
        <a:srgbClr val="0E7C7B"/>
      </a:hlink>
      <a:folHlink>
        <a:srgbClr val="8C4A3A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Harbor &amp; Co. template</dc:title>
  <dc:subject>SlideFit sample company template</dc:subject>
  <dc:creator>Harbor &amp; Co.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